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Iniciar la clase planteando la gran interrogante del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misión y asegurarse de que todos entiendan el foco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Escuchar las hipótesis de los estudiantes antes de presentar nuevas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carpetas de pruebas una a una pidiendo lectura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Monitorear la resolución del caso apoyando a los distintos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Realizar la autoevaluación con estrellas y recolectar los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971550"/>
            <a:ext cx="32004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-180000">
            <a:off x="7132320" y="365760"/>
            <a:ext cx="1645920" cy="45720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Revolución Industrial y sus consecuencias socioeconómicas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REI Docente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 rot="-60000">
            <a:off x="2514600" y="3657600"/>
            <a:ext cx="4114800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DE04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¡Misión de detective activada para resolver el misterio!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 DOSSIER  |  DIAPOSITIVA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ll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DEL DÍA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60000">
            <a:off x="457200" y="1280160"/>
            <a:ext cx="2560320" cy="29489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60000">
            <a:off x="54864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OBJETIVO
</a:t>
            </a:r>
            <a:pPr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Estudiar y comprender los aspectos estructurales del tema.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 rot="90000">
            <a:off x="3291840" y="1280160"/>
            <a:ext cx="2560320" cy="294894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90000">
            <a:off x="338328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EL FOCO
</a:t>
            </a:r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pistas y conectar evidencias para comprender el fondo.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-30000">
            <a:off x="6126480" y="1280160"/>
            <a:ext cx="2560320" cy="29489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 rot="-30000">
            <a:off x="6217920" y="1371600"/>
            <a:ext cx="23774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LA META
</a:t>
            </a:r>
            <a:pPr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las preguntas clave y cerrar el caso con éxito.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FASE: ACTIVACIÓN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 rot="-60000">
            <a:off x="1828800" y="1280160"/>
            <a:ext cx="5486400" cy="294894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pic>
        <p:nvPicPr>
          <p:cNvPr id="5" name="Image 0" descr="/assets/styles/expediente-rei/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60000">
            <a:off x="2377440" y="100584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 rot="-60000">
            <a:off x="2194560" y="1645920"/>
            <a:ext cx="475488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PISTA / PREGUNTA INICIAL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¿Qué sabemos sobre este tema?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¿Qué misterios o dudas nos genera?
</a:t>
            </a:r>
            <a:pPr indent="0" marL="0">
              <a:buNone/>
            </a:pPr>
            <a:r>
              <a:rPr lang="en-US" sz="1100" i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Reto inicial: Comparte tus ideas con tu compañero de al lado por 2 minutos.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rp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RECOPILADAS  |  DESARROLLO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A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concepto esencial para estructurar el análisis.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B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lógica y desarrollo de la evidencia central.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solidFill>
            <a:srgbClr val="EFE5CF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093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C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560320" cy="2583180"/>
          </a:xfrm>
          <a:prstGeom prst="rect">
            <a:avLst/>
          </a:prstGeom>
          <a:solidFill>
            <a:srgbClr val="FCF8F0"/>
          </a:solidFill>
          <a:ln w="12700">
            <a:solidFill>
              <a:srgbClr val="C2B29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737360"/>
            <a:ext cx="237744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85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III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directa a la resolución del problema presentado.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FASE: TRABAJO DE CAMPO</a:t>
            </a:r>
            <a:endParaRPr lang="en-US" sz="1400" dirty="0"/>
          </a:p>
        </p:txBody>
      </p:sp>
      <p:pic>
        <p:nvPicPr>
          <p:cNvPr id="4" name="Image 0" descr="/assets/styles/expediente-rei/lu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31670"/>
            <a:ext cx="2011680" cy="20116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-180000">
            <a:off x="457200" y="14630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180000">
            <a:off x="548640" y="15544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PASO 1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la evidencia recopilada en sus cuadernos.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 rot="60000">
            <a:off x="3291840" y="30403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 rot="60000">
            <a:off x="3383280" y="31318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PASO 2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el caso propuesto trabajando en equipos.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 rot="120000">
            <a:off x="6309360" y="164592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 rot="120000">
            <a:off x="6400800" y="17373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PASO 3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los hallazgos en la bitácora de investigación.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assets/styles/expediente-rei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365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CERRADO  |  RETROALIMENTACIÓN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 rot="-30000">
            <a:off x="457200" y="1280160"/>
            <a:ext cx="5029200" cy="2948940"/>
          </a:xfrm>
          <a:prstGeom prst="rect">
            <a:avLst/>
          </a:prstGeom>
          <a:solidFill>
            <a:srgbClr val="FEF9C3"/>
          </a:solidFill>
          <a:ln w="25400">
            <a:solidFill>
              <a:srgbClr val="FDE68A"/>
            </a:solidFill>
            <a:prstDash val="dash"/>
          </a:ln>
        </p:spPr>
      </p:sp>
      <p:sp>
        <p:nvSpPr>
          <p:cNvPr id="6" name="Text 2"/>
          <p:cNvSpPr/>
          <p:nvPr/>
        </p:nvSpPr>
        <p:spPr>
          <a:xfrm rot="-30000">
            <a:off x="548640" y="1371600"/>
            <a:ext cx="484632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TICKET DE SALIDA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1: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fue lo más importante que aprendiste hoy?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2: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pista te ayudó a resolver el enigma?
</a:t>
            </a:r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A ENTREGAR: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tu ticket de salida firmado al docente.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 rot="60000">
            <a:off x="5760720" y="1463040"/>
            <a:ext cx="2926080" cy="2583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 rot="60000">
            <a:off x="5852160" y="1645920"/>
            <a:ext cx="2743200" cy="2217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AUTOEVALUACIÓN
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⭐ ⭐
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¿Lograste descifrar todo hoy?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2026-06-24T07:38:42Z</dcterms:created>
  <dcterms:modified xsi:type="dcterms:W3CDTF">2026-06-24T07:38:42Z</dcterms:modified>
</cp:coreProperties>
</file>