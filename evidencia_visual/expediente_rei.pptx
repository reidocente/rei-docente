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la clase planteando la gran interrogante del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misión y asegurarse de que todos entiendan el foco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hipótesis de los estudiantes antes de presentar nuevas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carpetas de pruebas una a una pidiendo lectura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Monitorear la resolución del caso apoyando a los distintos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Realizar la autoevaluación con estrellas y recolectar los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7155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-180000">
            <a:off x="7132320" y="365760"/>
            <a:ext cx="1645920" cy="45720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Revolución Industrial y sus consecuencias socioeconómicas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 REI Docente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 rot="-60000">
            <a:off x="2514600" y="3657600"/>
            <a:ext cx="411480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¡Misión de detective activada para resolver el misterio!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 DOSSIER  |  DIAPOSITIVA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l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 DEL DÍA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60000">
            <a:off x="457200" y="1280160"/>
            <a:ext cx="2560320" cy="29489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60000">
            <a:off x="54864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OBJETIVO
</a:t>
            </a:r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Estudiar y comprender los aspectos estructurales del tema.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 rot="90000">
            <a:off x="3291840" y="1280160"/>
            <a:ext cx="2560320" cy="29489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90000">
            <a:off x="338328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EL FOCO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Analizar pistas y conectar evidencias para comprender el fondo.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-30000">
            <a:off x="6126480" y="1280160"/>
            <a:ext cx="2560320" cy="29489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-30000">
            <a:off x="621792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LA META
</a:t>
            </a:r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Responder las preguntas clave y cerrar el caso con éxito.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FASE: ACTIVACIÓN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 rot="-60000">
            <a:off x="1828800" y="1280160"/>
            <a:ext cx="5486400" cy="29489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pic>
        <p:nvPicPr>
          <p:cNvPr id="5" name="Image 0" descr="/assets/styles/expediente-rei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237744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 rot="-60000">
            <a:off x="2194560" y="1645920"/>
            <a:ext cx="475488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PISTA / PREGUNTA INICIAL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¿Qué sabemos sobre este tema?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¿Qué misterios o dudas nos genera?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Reto inicial: Comparte tus ideas con tu compañero de al lado por 2 minutos.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r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EVIDENCIAS RECOPILADAS  |  DESARROLLO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 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 concepto esencial para estructurar el análisis.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 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Conexión lógica y desarrollo de la evidencia central.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 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III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directa a la resolución del problema presentado.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FASE: TRABAJO DE CAMPO</a:t>
            </a:r>
            <a:endParaRPr lang="en-US" sz="1400" dirty="0"/>
          </a:p>
        </p:txBody>
      </p:sp>
      <p:pic>
        <p:nvPicPr>
          <p:cNvPr id="4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31670"/>
            <a:ext cx="201168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457200" y="14630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180000"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PASO 1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Analizar la evidencia recopilada en sus cuadernos.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 rot="60000">
            <a:off x="3291840" y="30403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 rot="60000">
            <a:off x="3383280" y="31318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✍️ PASO 2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Resolver el caso propuesto trabajando en equipos.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 rot="120000">
            <a:off x="6309360" y="16459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 rot="120000">
            <a:off x="6400800" y="17373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📂 PASO 3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los hallazgos en la bitácora de investigación.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CERRADO  |  RETROALIMENTACIÓN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30000">
            <a:off x="457200" y="1280160"/>
            <a:ext cx="5029200" cy="2948940"/>
          </a:xfrm>
          <a:prstGeom prst="rect">
            <a:avLst/>
          </a:prstGeom>
          <a:solidFill>
            <a:srgbClr val="FEF9C3"/>
          </a:solidFill>
          <a:ln w="25400">
            <a:solidFill>
              <a:srgbClr val="FDE68A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30000">
            <a:off x="548640" y="1371600"/>
            <a:ext cx="48463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🎟️ TICKET DE SALIDA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 1: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fue lo más importante que aprendiste hoy?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 2: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pista te ayudó a resolver el enigma?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A ENTREGAR: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tu ticket de salida firmado al docente.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 rot="60000">
            <a:off x="5760720" y="1463040"/>
            <a:ext cx="2926080" cy="2583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60000">
            <a:off x="5852160" y="1645920"/>
            <a:ext cx="2743200" cy="2217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AUTOEVALUACIÓN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⭐ ⭐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¿Lograste descifrar todo hoy?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2026-06-24T07:36:59Z</dcterms:created>
  <dcterms:modified xsi:type="dcterms:W3CDTF">2026-06-24T07:36:59Z</dcterms:modified>
</cp:coreProperties>
</file>